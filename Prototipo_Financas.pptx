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Finanças • Dashboard (Mobile)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05840"/>
            <a:ext cx="3657600" cy="64008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68880" y="1143000"/>
            <a:ext cx="3291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Saldo do mês: R$ 3.250,00 (↑ positivo)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55448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Vencimentos</a:t>
            </a:r>
          </a:p>
          <a:p>
            <a:pPr>
              <a:defRPr sz="1200"/>
            </a:pPr>
            <a:r>
              <a:t>R$ 5.000,00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Gastos Fixos</a:t>
            </a:r>
          </a:p>
          <a:p>
            <a:pPr>
              <a:defRPr sz="1200"/>
            </a:pPr>
            <a:r>
              <a:t>R$ 2.000,00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393192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Gastos Variáveis</a:t>
            </a:r>
          </a:p>
          <a:p>
            <a:pPr>
              <a:defRPr sz="1200"/>
            </a:pPr>
            <a:r>
              <a:t>R$ 1.500,00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512064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Cartão de Crédito</a:t>
            </a:r>
          </a:p>
          <a:p>
            <a:pPr>
              <a:defRPr sz="1200"/>
            </a:pPr>
            <a:r>
              <a:t>R$ 1.250,00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5669280"/>
            <a:ext cx="3291840" cy="2743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0" y="5669280"/>
            <a:ext cx="2560320" cy="274320"/>
          </a:xfrm>
          <a:prstGeom prst="rect">
            <a:avLst/>
          </a:prstGeom>
          <a:solidFill>
            <a:srgbClr val="FF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5989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Alertas: 80% dos vencimentos comprometidos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6492240"/>
            <a:ext cx="1554480" cy="548640"/>
          </a:xfrm>
          <a:prstGeom prst="roundRect">
            <a:avLst/>
          </a:prstGeom>
          <a:solidFill>
            <a:srgbClr val="24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Adicionar gasto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6492240"/>
            <a:ext cx="1554480" cy="54864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Adicionar renda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Finanças • Dashboard (Web)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1645920" cy="6217920"/>
          </a:xfrm>
          <a:prstGeom prst="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63EB"/>
                </a:solidFill>
              </a:defRPr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Cartões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Gastos Fixos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7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Variáveis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Relatórios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Configurações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822960"/>
            <a:ext cx="6400800" cy="6217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1005840"/>
            <a:ext cx="2011680" cy="914400"/>
          </a:xfrm>
          <a:prstGeom prst="round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Saldo</a:t>
            </a:r>
          </a:p>
          <a:p>
            <a:pPr>
              <a:defRPr sz="1200">
                <a:solidFill>
                  <a:srgbClr val="4CAF50"/>
                </a:solidFill>
              </a:defRPr>
            </a:pPr>
            <a:r>
              <a:t>R$ 3.250,00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005840"/>
            <a:ext cx="2011680" cy="914400"/>
          </a:xfrm>
          <a:prstGeom prst="round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Receitas</a:t>
            </a:r>
          </a:p>
          <a:p>
            <a:pPr>
              <a:defRPr sz="1200">
                <a:solidFill>
                  <a:srgbClr val="2463EB"/>
                </a:solidFill>
              </a:defRPr>
            </a:pPr>
            <a:r>
              <a:t>R$ 5.000,00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005840"/>
            <a:ext cx="2011680" cy="914400"/>
          </a:xfrm>
          <a:prstGeom prst="round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Despesas</a:t>
            </a:r>
          </a:p>
          <a:p>
            <a:pPr>
              <a:defRPr sz="1200">
                <a:solidFill>
                  <a:srgbClr val="FF5757"/>
                </a:solidFill>
              </a:defRPr>
            </a:pPr>
            <a:r>
              <a:t>R$ 1.750,00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194560"/>
            <a:ext cx="3017520" cy="2286000"/>
          </a:xfrm>
          <a:prstGeom prst="rect">
            <a:avLst/>
          </a:prstGeom>
          <a:solidFill>
            <a:srgbClr val="F7FAFF"/>
          </a:solidFill>
          <a:ln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Gráfico de categorias (pizza)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194560"/>
            <a:ext cx="3017520" cy="2286000"/>
          </a:xfrm>
          <a:prstGeom prst="rect">
            <a:avLst/>
          </a:prstGeom>
          <a:solidFill>
            <a:srgbClr val="F7FAFF"/>
          </a:solidFill>
          <a:ln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Evolução mensal (barras)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663440"/>
            <a:ext cx="62179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Alertas</a:t>
            </a:r>
          </a:p>
          <a:p>
            <a:pPr>
              <a:defRPr sz="1200"/>
            </a:pPr>
            <a:r>
              <a:t>⚠️ Gastos atingiram 80% dos vencimentos</a:t>
            </a:r>
          </a:p>
          <a:p>
            <a:pPr>
              <a:defRPr sz="1200"/>
            </a:pPr>
            <a:r>
              <a:t>📅 Fatura do cartão vence em 3 dias</a:t>
            </a:r>
          </a:p>
          <a:p>
            <a:pPr>
              <a:defRPr sz="1200"/>
            </a:pPr>
            <a:r>
              <a:t>✅ Parabéns! Fechou o mês com saldo positivo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Finanças • Cadastro de Despesas (Mobile)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05840"/>
            <a:ext cx="3657600" cy="64008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68880" y="1188720"/>
            <a:ext cx="3291840" cy="594360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51760" y="13716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Descrição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691640"/>
            <a:ext cx="2926080" cy="41148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Ex.: Mercado, Uber, Farmácia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2860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Valor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606040"/>
            <a:ext cx="2926080" cy="41148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R$ 0,00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004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Categoria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520440"/>
            <a:ext cx="2926080" cy="41148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Selecione…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1148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Forma de pagamento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4434840"/>
            <a:ext cx="2926080" cy="41148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Cartão • Débito • Pix • Dinheiro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0292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5349240"/>
            <a:ext cx="2926080" cy="41148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DD/MM/AAAA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5852160"/>
            <a:ext cx="29260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5897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Parcelado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5870448"/>
            <a:ext cx="914400" cy="292608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Marcar como fixo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6190488"/>
            <a:ext cx="914400" cy="292608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51760" y="6766560"/>
            <a:ext cx="1371600" cy="548640"/>
          </a:xfrm>
          <a:prstGeom prst="roundRect">
            <a:avLst/>
          </a:prstGeom>
          <a:solidFill>
            <a:srgbClr val="24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Salvar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6766560"/>
            <a:ext cx="137160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Cancelar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Finanças • Cadastro de Despesas (Web)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1645920" cy="6217920"/>
          </a:xfrm>
          <a:prstGeom prst="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63EB"/>
                </a:solidFill>
              </a:defRPr>
            </a:pPr>
            <a:r>
              <a:t>Cadastrar Despesa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Cartões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7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Relatórios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Configurações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822960"/>
            <a:ext cx="6400800" cy="6217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0058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Descrição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325880"/>
            <a:ext cx="2377440" cy="4572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Ex.: Mercado, Uber, Farmácia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202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Categoria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240280"/>
            <a:ext cx="2377440" cy="4572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Selecione…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346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Forma de pagamento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154680"/>
            <a:ext cx="2377440" cy="4572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Cartão • Débito • Pix • Dinheiro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0058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Valor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325880"/>
            <a:ext cx="2377440" cy="4572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R$ 0,00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9202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240280"/>
            <a:ext cx="2377440" cy="4572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DD/MM/AAAA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8346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Parcelas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154680"/>
            <a:ext cx="2377440" cy="4572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Qtd e nº da parcela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84048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Opções: [ ] Marcar como fixo   [ ] Lançar na fatura do cartão   [ ] Repetir mensalmente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3891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Anexo (nota fiscal)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709160"/>
            <a:ext cx="6035040" cy="91440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Arraste e solte arquivos aqui (PDF/JPG/PNG)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5852160"/>
            <a:ext cx="1828800" cy="548640"/>
          </a:xfrm>
          <a:prstGeom prst="roundRect">
            <a:avLst/>
          </a:prstGeom>
          <a:solidFill>
            <a:srgbClr val="24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Salvar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5852160"/>
            <a:ext cx="182880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Cancelar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